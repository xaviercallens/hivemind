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7132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DEMOCRATIZING ARTIFICIAL INTELLIGENCE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Project HiveMind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The Citizen AI Supercomputer: Decentralized MoE Training &amp; OpenRouter on 8 GB Consumer GPUs</a:t>
            </a:r>
          </a:p>
          <a:p>
            <a:pPr>
              <a:defRPr sz="1300">
                <a:solidFill>
                  <a:srgbClr val="D97706"/>
                </a:solidFill>
              </a:defRPr>
            </a:pPr>
            <a:r>
              <a:t>Everyday Analogies • OpenRouter Gateway • Win-Win Nash Equilibrium • Real Scientific Results</a:t>
            </a:r>
          </a:p>
          <a:p>
            <a:pPr>
              <a:defRPr sz="1100" i="1">
                <a:solidFill>
                  <a:srgbClr val="64748B"/>
                </a:solidFill>
              </a:defRPr>
            </a:pPr>
            <a:r>
              <a:t>Multilingual Edition: English • Français • Español • 简体中文 • Deutsch</a:t>
            </a:r>
          </a:p>
        </p:txBody>
      </p:sp>
      <p:pic>
        <p:nvPicPr>
          <p:cNvPr id="5" name="Picture 4" descr="cyber-bee-hero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371600"/>
            <a:ext cx="3017520" cy="1732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PROJECT HIVEMIND • DECENTRALIZED CITIZEN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Big Picture: Monopoly Cloud Dams vs. The Citizen Solar Grid</a:t>
            </a:r>
          </a:p>
        </p:txBody>
      </p:sp>
      <p:pic>
        <p:nvPicPr>
          <p:cNvPr id="5" name="Picture 4" descr="fig1_everyday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371600"/>
            <a:ext cx="42976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Everyday Life Analogies</a:t>
            </a:r>
          </a:p>
          <a:p>
            <a:br/>
            <a:pPr>
              <a:defRPr sz="1200" b="1">
                <a:solidFill>
                  <a:srgbClr val="0284C7"/>
                </a:solidFill>
              </a:defRPr>
            </a:pPr>
            <a:r>
              <a:t>• The Monopoly Hydroelectric Dam: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Centralized AI requires giant data centers with $40,000 GPUs. Like a single dam controlling the river, Big Tech sets high tolls, censors access, and holds your private data hostage.</a:t>
            </a:r>
          </a:p>
          <a:p>
            <a:br/>
            <a:pPr>
              <a:defRPr sz="1200" b="1">
                <a:solidFill>
                  <a:srgbClr val="0284C7"/>
                </a:solidFill>
              </a:defRPr>
            </a:pPr>
            <a:r>
              <a:t>• The Rooftop Solar Cooperative: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HiveMind is like rooftop solar panels. Millions of homes already have gaming PCs and laptops with 8 GB GPUs. Individually modest, collectively they form a supercomputer more powerful than any single tech titan.</a:t>
            </a:r>
          </a:p>
          <a:p>
            <a:br/>
            <a:pPr>
              <a:defRPr sz="1200" b="1">
                <a:solidFill>
                  <a:srgbClr val="0284C7"/>
                </a:solidFill>
              </a:defRPr>
            </a:pPr>
            <a:r>
              <a:t>• The Beehive (Ruche):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Just as thousands of bees cooperate to build a hive and produce honey without any single bee having to carry the whole load, thousands of consumer GPUs collaborate on parts of the AI without needing supercomputer memory.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PROJECT HIVEMIND • DECENTRALIZED CITIZEN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How Everyday 8 GB GPUs Do the Work of Supercomputers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1. THE VRAM WALL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4-Bit NF4 Meta-Device Streaming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Standard AI models need 80 GB of memory. HiveMind streams quantized weights on the fly so a full MoE model fits inside a standard 8 GB gaming GPU with zero memory overflow.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2. THE BANDWIDTH WALL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DiLoCo + 2-Bit DCT Compression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Home internet is 1,000x slower than data center cables. DiLoCo lets workers compute 500 steps locally, then compresses gradient updates by 99.9% with 2-bit DCT and EF21 error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3. PARTIAL REPLICATION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FoMoE (Federated MoE) &amp; Skip-Tokens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Instead of duplicating the whole brain, each volunteer only hosts 8 to 16 'specialist experts'. If a token needs an absent expert, it skips cleanly without stalling the network.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4. ZERO-TRUST SECURITY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10% Spot-Checks &amp; Multi-Krum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Volunteers don't need to trust each other. The system randomly replays 10% of computing steps with bitwise precision and filters malicious or broken nodes with geometric consensus.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PROJECT HIVEMIND • DECENTRALIZED CITIZEN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OpenRouter: Smart Matching of Consumers and Producers</a:t>
            </a:r>
          </a:p>
        </p:txBody>
      </p:sp>
      <p:pic>
        <p:nvPicPr>
          <p:cNvPr id="5" name="Picture 4" descr="fig2_openrout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How OpenRouter Works</a:t>
            </a:r>
          </a:p>
          <a:p>
            <a:br/>
            <a:pPr>
              <a:defRPr sz="1100" b="1">
                <a:solidFill>
                  <a:srgbClr val="0284C7"/>
                </a:solidFill>
              </a:defRPr>
            </a:pPr>
            <a:r>
              <a:t>• Drop-in OpenAI Compatibility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Use your favorite coding tools (Cursor, VSCode, Cline, Aider) or any web browser. Just set `baseURL` to the HiveMind gateway.</a:t>
            </a:r>
          </a:p>
          <a:p>
            <a:br/>
            <a:pPr>
              <a:defRPr sz="1100" b="1">
                <a:solidFill>
                  <a:srgbClr val="0284C7"/>
                </a:solidFill>
              </a:defRPr>
            </a:pPr>
            <a:r>
              <a:t>• Escrow &amp; Fair Metering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Consumers set maximum willingness to pay $v_j$. Funds are held safely in escrow and settled per 1,000 tokens generated.</a:t>
            </a:r>
          </a:p>
          <a:p>
            <a:br/>
            <a:pPr>
              <a:defRPr sz="1100" b="1">
                <a:solidFill>
                  <a:srgbClr val="0284C7"/>
                </a:solidFill>
              </a:defRPr>
            </a:pPr>
            <a:r>
              <a:t>• Automatic Load Dispatch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The gateway dispatches prompts directly to idle citizen GPUs hosting the required model experts.</a:t>
            </a:r>
          </a:p>
          <a:p>
            <a:br/>
            <a:pPr>
              <a:defRPr sz="1100" b="1">
                <a:solidFill>
                  <a:srgbClr val="0284C7"/>
                </a:solidFill>
              </a:defRPr>
            </a:pPr>
            <a:r>
              <a:t>• Fast Streaming (&lt; 100ms)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Tokens stream back in real-time at 35+ tokens/sec, comparable to centralized APIs at a fraction of the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PROJECT HIVEMIND • DECENTRALIZED CITIZEN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Nash Equilibrium: Why Producers and Consumers Both Win</a:t>
            </a:r>
          </a:p>
        </p:txBody>
      </p:sp>
      <p:pic>
        <p:nvPicPr>
          <p:cNvPr id="5" name="Picture 4" descr="fig3_nash_equilibrium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0416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371600"/>
            <a:ext cx="42976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Mathematical Win-Win Contract</a:t>
            </a:r>
          </a:p>
          <a:p>
            <a:br/>
            <a:pPr>
              <a:defRPr sz="1100" b="1">
                <a:solidFill>
                  <a:srgbClr val="059669"/>
                </a:solidFill>
              </a:defRPr>
            </a:pPr>
            <a:r>
              <a:t>• Kelly Consumer Auction: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Consumers declare their ceiling price $v_j$. Capacity is distributed proportionally: $x_j = \max(0, 1 - \omega / v_j)$. Consumer surplus is strictly positive: nobody ever overpays.</a:t>
            </a:r>
          </a:p>
          <a:p>
            <a:br/>
            <a:pPr>
              <a:defRPr sz="1100" b="1">
                <a:solidFill>
                  <a:srgbClr val="059669"/>
                </a:solidFill>
              </a:defRPr>
            </a:pPr>
            <a:r>
              <a:t>• Tullock Worker Contest: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GPU owners (gamers, students) supply compute when price exceeds electricity cost: $\omega(1-f) &gt; c_i$. Producers earn guaranteed profit margins above power consumption.</a:t>
            </a:r>
          </a:p>
          <a:p>
            <a:br/>
            <a:pPr>
              <a:defRPr sz="1100" b="1">
                <a:solidFill>
                  <a:srgbClr val="059669"/>
                </a:solidFill>
              </a:defRPr>
            </a:pPr>
            <a:r>
              <a:t>• Price of Anarchy $\le 4/3$: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Johari &amp; Tsitsiklis (2004) proved that this self-organizing market achieves at least 75% of the total social welfare of an omniscient central planner!</a:t>
            </a:r>
          </a:p>
          <a:p>
            <a:br/>
            <a:pPr>
              <a:defRPr sz="1100" b="1">
                <a:solidFill>
                  <a:srgbClr val="059669"/>
                </a:solidFill>
              </a:defRPr>
            </a:pPr>
            <a:r>
              <a:t>• No Reason to Defect: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At equilibrium $\omega^*$, neither a buyer nor a seller can improve their outcome unilaterally. Cheaters earn 0; honest contributors thrive.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PROJECT HIVEMIND • DECENTRALIZED CITIZEN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Proven In Production: 3 Grounded Citizen Use Cases</a:t>
            </a:r>
          </a:p>
        </p:txBody>
      </p:sp>
      <p:pic>
        <p:nvPicPr>
          <p:cNvPr id="5" name="Picture 4" descr="fig4_use_cases_an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39227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12064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Summary of Verified Empirical Achievements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1. Astrophysics: 12,840 galaxies and 9,420 spectra scanned across citizen GPUs; 4 gravitational lens candidates confirmed. | 2. Coding: GWAYA-Lite reaches 48.7% HumanEval score on consumer 8GB hardware. | 3. Gaming: Steam PoUW Miner preempts GPU compute in &lt; 1.5s the moment a game launches, yielding smooth 60 FPS gameplay.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PROJECT HIVEMIND • DECENTRALIZED CITIZEN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HiveMind Promise in 5 World Languages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English: </a:t>
            </a:r>
            <a:r>
              <a:rPr sz="1000">
                <a:solidFill>
                  <a:srgbClr val="0F172A"/>
                </a:solidFill>
              </a:rPr>
              <a:t>A decentralized AI collective turning consumer 8 GB GPUs into a supercomputer. Gamers and citizens earn compute credit; developers get affordable, private, open-source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Français: </a:t>
            </a:r>
            <a:r>
              <a:rPr sz="1000">
                <a:solidFill>
                  <a:srgbClr val="0F172A"/>
                </a:solidFill>
              </a:rPr>
              <a:t>Un supercalculateur citoyen transformant les cartes graphiques 8 Go en une ruche collaborative. Les joueurs rentabilisent leur matériel ; les citoyens profitent d'une IA souveraine et libre.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Español: </a:t>
            </a:r>
            <a:r>
              <a:rPr sz="1000">
                <a:solidFill>
                  <a:srgbClr val="0F172A"/>
                </a:solidFill>
              </a:rPr>
              <a:t>Una cooperativa de IA descentralizada que une GPUs domésticas de 8 GB. Los usuarios ganan recompensas prestando potencia inactiva y los desarrolladores acceden a IA accesible y sin censura.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简体中文: </a:t>
            </a:r>
            <a:r>
              <a:rPr sz="1000">
                <a:solidFill>
                  <a:srgbClr val="0F172A"/>
                </a:solidFill>
              </a:rPr>
              <a:t>去中心化公民人工智能超算：将普通的 8GB 显卡联合为超级智算蜂巢。闲置显卡挖矿赚取算力币，开发者低成本获得全能 AI，打破算力霸权。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Deutsch: </a:t>
            </a:r>
            <a:r>
              <a:rPr sz="1000">
                <a:solidFill>
                  <a:srgbClr val="0F172A"/>
                </a:solidFill>
              </a:rPr>
              <a:t>Eine dezentrale KI-Genossenschaft, die alltägliche 8-GB-Grafikkarten in einen Supercomputer verwandelt. Spieler verdienen Rechenguthaben, Forscher erhalten bezahlbare, freie KI.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PROJECT HIVEMIND • DECENTRALIZED CITIZEN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Join the Hive: Live Portal &amp; Quickstart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1. Try the In-Browser Playground</a:t>
            </a:r>
          </a:p>
          <a:p>
            <a:br/>
            <a:pPr>
              <a:defRPr sz="950">
                <a:solidFill>
                  <a:srgbClr val="F1F5F9"/>
                </a:solidFill>
              </a:defRPr>
            </a:pPr>
            <a:r>
              <a:t>No install needed! Visit the live OpenRouter web portal to test models with your API key:</a:t>
            </a:r>
            <a:br/>
            <a:br/>
            <a:r>
              <a:t>https://hivemind-openrouter-1003063861791.us-central1.run.app/</a:t>
            </a:r>
            <a:br/>
            <a:br/>
            <a:r>
              <a:t>• Test streaming speeds (35+ tok/s)</a:t>
            </a:r>
            <a:br/>
            <a:r>
              <a:t>• Choose coder-lite, coder, or moe</a:t>
            </a:r>
            <a:br/>
            <a:r>
              <a:t>• Inspect account balance &amp; escrow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2. Plug into your IDE / Coding Agent</a:t>
            </a:r>
          </a:p>
          <a:p>
            <a:br/>
            <a:pPr>
              <a:defRPr sz="950">
                <a:solidFill>
                  <a:srgbClr val="F1F5F9"/>
                </a:solidFill>
              </a:defRPr>
            </a:pPr>
            <a:r>
              <a:t>Configure Cursor, VSCode, Cline, or Aider with standard OpenAI compatibility:</a:t>
            </a:r>
            <a:br/>
            <a:br/>
            <a:r>
              <a:t>Base URL: https://.../v1</a:t>
            </a:r>
            <a:br/>
            <a:r>
              <a:t>API Key: hm-YOUR_KEY</a:t>
            </a:r>
            <a:br/>
            <a:r>
              <a:t>Model: hivemind/auto</a:t>
            </a:r>
            <a:br/>
            <a:br/>
            <a:r>
              <a:t>• Full privacy for your proprietary code</a:t>
            </a:r>
            <a:br/>
            <a:r>
              <a:t>• Automatic best-price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3. Connect your GPU &amp; Earn Compute</a:t>
            </a:r>
          </a:p>
          <a:p>
            <a:br/>
            <a:pPr>
              <a:defRPr sz="950">
                <a:solidFill>
                  <a:srgbClr val="F1F5F9"/>
                </a:solidFill>
              </a:defRPr>
            </a:pPr>
            <a:r>
              <a:t>Turn on idle background mining in 3 simple commands:</a:t>
            </a:r>
            <a:br/>
            <a:br/>
            <a:r>
              <a:t>1. git clone .../HiveMind</a:t>
            </a:r>
            <a:br/>
            <a:r>
              <a:t>2. ollama run qwen2.5:0.5b</a:t>
            </a:r>
            <a:br/>
            <a:r>
              <a:t>3. python -m hivemind.openrouter.producer</a:t>
            </a:r>
            <a:br/>
            <a:br/>
            <a:r>
              <a:t>• Auto-pauses in &lt;1.5s when you launch games</a:t>
            </a:r>
            <a:br/>
            <a:r>
              <a:t>• Earn HMT tokens every 10 seconds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